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97280"/>
            <a:ext cx="2926080" cy="2926080"/>
          </a:xfrm>
          <a:prstGeom prst="ellipse">
            <a:avLst/>
          </a:prstGeom>
          <a:solidFill>
            <a:srgbClr val="2A4A7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-914400"/>
            <a:ext cx="4114800" cy="4114800"/>
          </a:xfrm>
          <a:prstGeom prst="ellipse">
            <a:avLst/>
          </a:prstGeom>
          <a:solidFill>
            <a:srgbClr val="17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23444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051560"/>
            <a:ext cx="91440" cy="1828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234440"/>
            <a:ext cx="109728" cy="1828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1234440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188720"/>
            <a:ext cx="91440" cy="914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63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Churn: Drivers, Risk, and a Retention Dashboard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•  SQL  •  Python  • 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customers churn, and who's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business wanted to understand churn drivers and identify at-risk segments. This project analyzes 1,500 customers across plan, contract, tenure, usage, and complaint history — then builds a model to flag which active customers are most likely to leave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5643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649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formula-driven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1363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22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cleaning view, 13 queries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793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+ churn prediction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365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15087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43800" y="1618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258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28803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2990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42519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43800" y="43616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5001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customer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is the #1 churn driver</a:t>
            </a:r>
            <a:endParaRPr lang="en-US" sz="2800" dirty="0"/>
          </a:p>
        </p:txBody>
      </p:sp>
      <p:pic>
        <p:nvPicPr>
          <p:cNvPr id="4" name="Image 0" descr="/mnt/user-data/outputs/chart_churn_by_seg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64240" cy="32369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 4× the rate of Two-year contracts (6.7%). Churn also peaks in the first 12 months of tenure, then steadily declines.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RISK FACTORS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else separates churned customers</a:t>
            </a:r>
            <a:endParaRPr lang="en-US" sz="2800" dirty="0"/>
          </a:p>
        </p:txBody>
      </p:sp>
      <p:pic>
        <p:nvPicPr>
          <p:cNvPr id="4" name="Image 0" descr="/mnt/user-data/outputs/chart_risk_f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486400" cy="2258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50876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6184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2585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came from churned customers ($91.1k of $602k)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288036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29900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6301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when a complaint is unresolved — nearly 2× the 15.6% baseline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251960"/>
            <a:ext cx="525780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43616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50017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the compound risk segment: month-to-month + low usage + unresolved complaint (n=66)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confirms the same drivers, independently</a:t>
            </a:r>
            <a:endParaRPr lang="en-US" sz="2800" dirty="0"/>
          </a:p>
        </p:txBody>
      </p:sp>
      <p:pic>
        <p:nvPicPr>
          <p:cNvPr id="4" name="Image 0" descr="/mnt/user-data/outputs/chart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9436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50876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95160" y="1618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AUC (best performer)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288036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DCE6F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95160" y="29900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630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AUC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2519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trained on 75% of customers and tested on the remaining 25% they'd never seen. The model independently ranked contract type, usage score, and login frequency as the top churn drivers — the same answer found by hand in Excel and SQL.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act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270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contract conversion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56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month-to-month customers to annual plans is the single highest-leverage lever (28.1% vs 6.7% churn).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786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on year 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07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in months 0–12 — front-load onboarding and engagement efforts into a customer's first year.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301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complaints fast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593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unresolved complaint nearly doubles churn risk — speed of resolution matters, not just responsiveness.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817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compound-risk segment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0109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customers are month-to-month, low-usage, AND have an unresolved complaint — 51.5% churn rate, top priority for outreach.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730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801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workbook: cleaned data, live summary metrics, and an auto-ranking at-risk customer list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730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801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a cleaning view, and 13 validated queries covering every finding in this deck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730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663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visualizations, a trained churn-prediction model, and a model-scored at-risk list for all 1,216 active customers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730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663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dashboard: Churn Trends, Cohort Analysis, and At-Risk Customers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2026-10-06T07:58:28Z</dcterms:created>
  <dcterms:modified xsi:type="dcterms:W3CDTF">2026-10-06T07:58:28Z</dcterms:modified>
</cp:coreProperties>
</file>